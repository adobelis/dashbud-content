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  <a:latin typeface="Calibri"/>
              </a:defRPr>
            </a:pPr>
            <a:r>
              <a:t>Who is Dashbud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Product-based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retail, e-commerce, manufacturing,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34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Sales trends by channel, inventory tracking, customer purchasing behavior, sales rep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Service-based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Calibri"/>
              </a:defRPr>
            </a:pPr>
            <a:r>
              <a:t>agencies, consultancies, professional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Profitability by client, utilization, marketing ROI, monthly stakeholder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SaaS and subscription businesses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Calibri"/>
              </a:defRPr>
            </a:pPr>
            <a:r>
              <a:t>software, media, membership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86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Churn analysis, cohort metrics, revenue recognition, usage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Healthcare and regulated industries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3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Calibri"/>
              </a:defRPr>
            </a:pPr>
            <a:r>
              <a:t>medical practices, financial services, 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21207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Operational reports from EMR data without exposing sensitive data to AI platforms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  <a:latin typeface="Calibri"/>
              </a:defRPr>
            </a:pPr>
            <a:r>
              <a:t>What Dashbud enables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Calculated KPIs across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188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Sales velocity, margin analysis, utilization rates, rep performance — not just raw numbers, but real calculations grounded in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Shared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14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"Profit" means different things to different people. Teach Dashbud your conventions once, share them across your organization. Everyone works from the same definitions.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Clean data from messy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840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Legacy ERPs, complex exports, dirty spreadsheets. Dashbud imports and cleans automatically. Lightning-fast queries on millions of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BA1"/>
                </a:solidFill>
                <a:latin typeface="Calibri"/>
              </a:defRPr>
            </a:pPr>
            <a:r>
              <a:t>Privacy-safe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16635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Calibri"/>
              </a:defRPr>
            </a:pPr>
            <a:r>
              <a:t>Your data stays yours. The AI never sees raw values. Sensitive data — medical, financial, legal — stays in your database or in secure managed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