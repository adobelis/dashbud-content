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4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Dashbud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0F4F9"/>
                </a:solidFill>
                <a:latin typeface="Calibri"/>
              </a:defRPr>
            </a:pPr>
            <a:r>
              <a:t>AI-powered analytics for all your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0BBCE"/>
                </a:solidFill>
                <a:latin typeface="Calibri"/>
              </a:defRPr>
            </a:pPr>
            <a:r>
              <a:t>getdashbud.com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Let's start with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F4F9"/>
                </a:solidFill>
                <a:latin typeface="Calibri"/>
              </a:defRPr>
            </a:pPr>
            <a:r>
              <a:t>How do you work with data today?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  <a:latin typeface="Calibri"/>
              </a:defRPr>
            </a:pPr>
            <a:r>
              <a:t>What data tools do you use?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📊  Spreadsheets — Excel, Google Sheets</a:t>
            </a:r>
          </a:p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📈  Application dashboards — QuickBooks, Google Analytics, Meta Ads, Shopify</a:t>
            </a:r>
          </a:p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🔬  BI / analysis platforms — Tableau, Power BI, Looker</a:t>
            </a:r>
          </a:p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🤖  AI-based workflows — Claude, ChatGPT, Gemini</a:t>
            </a:r>
          </a:p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💻  Code — Python, Jupyter Notebooks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827"/>
                </a:solidFill>
                <a:latin typeface="Calibri"/>
              </a:defRPr>
            </a:pPr>
            <a:r>
              <a:t>What do you track?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Sales, revenue, pipeline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Expenses, budgets, profitability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Marketing performance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Operations, inventory, fulfillment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Customer behavior, retention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Compliance, stakeholder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4572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827"/>
                </a:solidFill>
                <a:latin typeface="Calibri"/>
              </a:defRPr>
            </a:pPr>
            <a:r>
              <a:t>How often?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Multiple times per day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Daily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Weekly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Monthly / quarterly</a:t>
            </a:r>
          </a:p>
          <a:p>
            <a:pPr>
              <a:spcAft>
                <a:spcPts val="1000"/>
              </a:spcAft>
              <a:defRPr sz="1800">
                <a:solidFill>
                  <a:srgbClr val="111827"/>
                </a:solidFill>
                <a:latin typeface="Calibri"/>
              </a:defRPr>
              <a:buChar char="•"/>
            </a:pPr>
            <a:r>
              <a:t>"When someone asks me for a number"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F4F9"/>
                </a:solidFill>
                <a:latin typeface="Calibri"/>
              </a:defRPr>
            </a:pPr>
            <a:r>
              <a:t>Data is valuable. Getting answers from it is painful.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  <a:latin typeface="Calibri"/>
              </a:defRPr>
            </a:pPr>
            <a:r>
              <a:t>Every approach has trade-offs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657600"/>
                <a:gridCol w="4114800"/>
              </a:tblGrid>
              <a:tr h="10058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 you do it</a:t>
                      </a:r>
                    </a:p>
                  </a:txBody>
                  <a:tcPr>
                    <a:solidFill>
                      <a:srgbClr val="007B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good</a:t>
                      </a:r>
                    </a:p>
                  </a:txBody>
                  <a:tcPr>
                    <a:solidFill>
                      <a:srgbClr val="007B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painful</a:t>
                      </a:r>
                    </a:p>
                  </a:txBody>
                  <a:tcPr>
                    <a:solidFill>
                      <a:srgbClr val="007BA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SaaS dashboards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(QuickBooks, GA, etc.)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Built in, no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Clunky, siloed, can't cross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data sources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BI tools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(Power BI, Tableau)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Powerful,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enterprise-grade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Finicky, hard to learn,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expensive, need a data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Spreadsheets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(Excel, Google Sheets)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Flexible,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you control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Fragile, time-consuming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to update, hard to share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AI workflows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(Claude, ChatGPT)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Fast for one-offs,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surprisingly capable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Don't scale — you become</a:t>
                      </a:r>
                    </a:p>
                    <a:p>
                      <a:pPr>
                        <a:defRPr sz="15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the infrastructure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  <a:latin typeface="Calibri"/>
              </a:defRPr>
            </a:pPr>
            <a:r>
              <a:t>The AI workflow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B7280"/>
                </a:solidFill>
                <a:latin typeface="Calibri"/>
              </a:defRPr>
            </a:pPr>
            <a:r>
              <a:t>You can absolutely build a reporting workflow in Claude or ChatGPT. Get it to write a Python script, hook up a cron job, pipe the output to email. It works!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11827"/>
                </a:solidFill>
                <a:latin typeface="Calibri"/>
              </a:defRPr>
            </a:pPr>
            <a:r>
              <a:t>The question is: what happens next?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Who else on your team can modify that script?</a:t>
            </a:r>
          </a:p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What happens when the CEO wants to filter by region themselves?</a:t>
            </a:r>
          </a:p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What happens when you hire someone new who needs different access?</a:t>
            </a:r>
          </a:p>
          <a:p>
            <a:pPr>
              <a:spcAft>
                <a:spcPts val="1400"/>
              </a:spcAft>
              <a:defRPr sz="2000">
                <a:solidFill>
                  <a:srgbClr val="111827"/>
                </a:solidFill>
                <a:latin typeface="Calibri"/>
              </a:defRPr>
              <a:buChar char="•"/>
            </a:pPr>
            <a:r>
              <a:t>What happens when the source data changes and the script breaks at 2am?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A1"/>
                </a:solidFill>
                <a:latin typeface="Calibri"/>
              </a:defRPr>
            </a:pPr>
            <a:r>
              <a:t>You can build yourself a report. But now you're the data team, the DevOps team, and the support desk.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Where Dashbud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F4F9"/>
                </a:solidFill>
                <a:latin typeface="Calibri"/>
              </a:defRPr>
            </a:pPr>
            <a:r>
              <a:t>AI-powered analytics for all your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  <a:latin typeface="Calibri"/>
              </a:defRPr>
            </a:pPr>
            <a:r>
              <a:t>Start simple. Scale when ready.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A1"/>
                </a:solidFill>
                <a:latin typeface="Calibri"/>
              </a:defRPr>
            </a:pPr>
            <a:r>
              <a:t>Start with one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Upload a spreadsheet, ask a question, get a chart.</a:t>
            </a:r>
            <a:br/>
            <a:r>
              <a:t>Five minutes from signup to your first insight.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A1"/>
                </a:solidFill>
                <a:latin typeface="Calibri"/>
              </a:defRPr>
            </a:pPr>
            <a:r>
              <a:t>Share your work — 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7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Read-only dashboard access is free. Your stakeholders</a:t>
            </a:r>
            <a:br/>
            <a:r>
              <a:t>don't need to learn the tool — they just see the results.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A1"/>
                </a:solidFill>
                <a:latin typeface="Calibri"/>
              </a:defRPr>
            </a:pPr>
            <a:r>
              <a:t>Scale with your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Add data sources. Build workspaces for different teams.</a:t>
            </a:r>
            <a:br/>
            <a:r>
              <a:t>Clone a data model without starting over.</a:t>
            </a:r>
            <a:br/>
            <a:r>
              <a:t>Everyone gets the right access.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A1"/>
                </a:solidFill>
                <a:latin typeface="Calibri"/>
              </a:defRPr>
            </a:pPr>
            <a:r>
              <a:t>Non-technical people get real answers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Dashbud's semantic model means the AI understands your</a:t>
            </a:r>
            <a:br/>
            <a:r>
              <a:t>business context. Anyone can ask questions in plain English</a:t>
            </a:r>
            <a:br/>
            <a:r>
              <a:t>and get accurate, trustworthy answers.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  <a:latin typeface="Calibri"/>
              </a:defRPr>
            </a:pPr>
            <a:r>
              <a:t>What you're NOT giving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11827"/>
                </a:solidFill>
                <a:latin typeface="Calibri"/>
              </a:defRPr>
              <a:buChar char="•"/>
            </a:pPr>
            <a:r>
              <a:t>❌  You're NOT replacing your ERP, CRM, or any existing system</a:t>
            </a:r>
          </a:p>
          <a:p>
            <a:pPr>
              <a:spcAft>
                <a:spcPts val="1800"/>
              </a:spcAft>
              <a:defRPr sz="2200">
                <a:solidFill>
                  <a:srgbClr val="111827"/>
                </a:solidFill>
                <a:latin typeface="Calibri"/>
              </a:defRPr>
              <a:buChar char="•"/>
            </a:pPr>
            <a:r>
              <a:t>❌  You're NOT learning SQL or a new query language</a:t>
            </a:r>
          </a:p>
          <a:p>
            <a:pPr>
              <a:spcAft>
                <a:spcPts val="1800"/>
              </a:spcAft>
              <a:defRPr sz="2200">
                <a:solidFill>
                  <a:srgbClr val="111827"/>
                </a:solidFill>
                <a:latin typeface="Calibri"/>
              </a:defRPr>
              <a:buChar char="•"/>
            </a:pPr>
            <a:r>
              <a:t>❌  You're NOT hiring a data team</a:t>
            </a:r>
          </a:p>
          <a:p>
            <a:pPr>
              <a:spcAft>
                <a:spcPts val="1800"/>
              </a:spcAft>
              <a:defRPr sz="2200">
                <a:solidFill>
                  <a:srgbClr val="111827"/>
                </a:solidFill>
                <a:latin typeface="Calibri"/>
              </a:defRPr>
              <a:buChar char="•"/>
            </a:pPr>
            <a:r>
              <a:t>❌  You're NOT building a data warehouse</a:t>
            </a:r>
          </a:p>
          <a:p>
            <a:pPr>
              <a:spcAft>
                <a:spcPts val="1800"/>
              </a:spcAft>
              <a:defRPr sz="2200">
                <a:solidFill>
                  <a:srgbClr val="111827"/>
                </a:solidFill>
                <a:latin typeface="Calibri"/>
              </a:defRPr>
              <a:buChar char="•"/>
            </a:pPr>
            <a:r>
              <a:t>❌  You're NOT committing to a six-month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7BA1"/>
                </a:solidFill>
                <a:latin typeface="Calibri"/>
              </a:defRPr>
            </a:pPr>
            <a:r>
              <a:t>Most teams are up and running in days.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F4F9"/>
                </a:solidFill>
                <a:latin typeface="Calibri"/>
              </a:defRPr>
            </a:pPr>
            <a:r>
              <a:t>Connect → Model → Explore → Share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BA1"/>
                </a:solidFill>
                <a:latin typeface="Calibri"/>
              </a:defRPr>
            </a:pPr>
            <a:r>
              <a:t>1. Connect your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7280"/>
                </a:solidFill>
                <a:latin typeface="Calibri"/>
              </a:defRPr>
            </a:pPr>
            <a:r>
              <a:t>Upload spreadsheets, connect directly to databases, or sync from cloud sources.</a:t>
            </a:r>
            <a:br/>
            <a:r>
              <a:t>Smart data loading cleans messy formats automatically.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[PRODUCT SCREENSHOT]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BA1"/>
                </a:solidFill>
                <a:latin typeface="Calibri"/>
              </a:defRPr>
            </a:pPr>
            <a:r>
              <a:t>2. Model through conversation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7280"/>
                </a:solidFill>
                <a:latin typeface="Calibri"/>
              </a:defRPr>
            </a:pPr>
            <a:r>
              <a:t>Tell Dashbud what your data means — in plain language.</a:t>
            </a:r>
            <a:br/>
            <a:r>
              <a:t>The AI asks questions, you answer. No code, no config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[PRODUCT SCREENSHOT]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BA1"/>
                </a:solidFill>
                <a:latin typeface="Calibri"/>
              </a:defRPr>
            </a:pPr>
            <a:r>
              <a:t>3. Ask questions, get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7280"/>
                </a:solidFill>
                <a:latin typeface="Calibri"/>
              </a:defRPr>
            </a:pPr>
            <a:r>
              <a:t>Type a question in the Data Explorer. Get tables, charts, and insights.</a:t>
            </a:r>
            <a:br/>
            <a:r>
              <a:t>Smart formatting. Parametrized controls. Same answer every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[PRODUCT SCREENSHOT]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BA1"/>
                </a:solidFill>
                <a:latin typeface="Calibri"/>
              </a:defRPr>
            </a:pPr>
            <a:r>
              <a:t>4. Share with your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7280"/>
                </a:solidFill>
                <a:latin typeface="Calibri"/>
              </a:defRPr>
            </a:pPr>
            <a:r>
              <a:t>Save to dashboards. Share with stakeholders.</a:t>
            </a:r>
            <a:br/>
            <a:r>
              <a:t>Everyone gets the right access — from analysts to executives.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[PRODUCT SCREENSHOT]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  <a:latin typeface="Calibri"/>
              </a:defRPr>
            </a:pPr>
            <a:r>
              <a:t>Built for trust. Designed for privacy.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11827"/>
                </a:solidFill>
                <a:latin typeface="Calibri"/>
              </a:defRPr>
            </a:pPr>
            <a:r>
              <a:t>🔒  AI never sees your raw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The AI only sees field names and schema — never the actual values in your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11827"/>
                </a:solidFill>
                <a:latin typeface="Calibri"/>
              </a:defRPr>
            </a:pPr>
            <a:r>
              <a:t>📐  Deterministic 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718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The AI writes a SQL query once. After that, it's a traditional report.</a:t>
            </a:r>
            <a:br/>
            <a:r>
              <a:t>Same question, same answer,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11827"/>
                </a:solidFill>
                <a:latin typeface="Calibri"/>
              </a:defRPr>
            </a:pPr>
            <a:r>
              <a:t>📋  Full audit trail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43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Every data import is tracked and can be rolled back.</a:t>
            </a:r>
            <a:br/>
            <a:r>
              <a:t>Your data stays in your database or in Dashbud's managed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11827"/>
                </a:solidFill>
                <a:latin typeface="Calibri"/>
              </a:defRPr>
            </a:pPr>
            <a:r>
              <a:t>🚫  No third-party sharing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7150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We don't share your data with third parties.</a:t>
            </a:r>
            <a:br/>
            <a:r>
              <a:t>We don't use it for AI training.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F4F9"/>
                </a:solidFill>
                <a:latin typeface="Calibri"/>
              </a:defRPr>
            </a:pPr>
            <a:r>
              <a:t>Let's see it in action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280"/>
                </a:solidFill>
                <a:latin typeface="Calibri"/>
              </a:defRPr>
            </a:pPr>
            <a:r>
              <a:t>[LIVE DEMO HERE]</a:t>
            </a:r>
            <a:br/>
            <a:r>
              <a:t>Follow the Demo Playbook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F4F9"/>
                </a:solidFill>
                <a:latin typeface="Calibri"/>
              </a:defRPr>
            </a:pPr>
            <a:r>
              <a:t>How businesses like yours use Dashbud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  <a:latin typeface="Calibri"/>
              </a:defRPr>
            </a:pPr>
            <a:r>
              <a:t>Who is Dashbud for?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74720" cy="41148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A1"/>
                </a:solidFill>
                <a:latin typeface="Calibri"/>
              </a:defRPr>
            </a:pPr>
            <a:r>
              <a:t>Product-based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Sales trends by channel, inventory tracking,</a:t>
            </a:r>
            <a:br/>
            <a:r>
              <a:t>customer purchasing behavior, rep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1371600"/>
            <a:ext cx="3474720" cy="41148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645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A1"/>
                </a:solidFill>
                <a:latin typeface="Calibri"/>
              </a:defRPr>
            </a:pPr>
            <a:r>
              <a:t>Service-based 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8600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Profitability by client, utilization,</a:t>
            </a:r>
            <a:br/>
            <a:r>
              <a:t>marketing ROI, monthly stakeholder reports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1371600"/>
            <a:ext cx="3474720" cy="41148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645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A1"/>
                </a:solidFill>
                <a:latin typeface="Calibri"/>
              </a:defRPr>
            </a:pPr>
            <a:r>
              <a:t>Healthcare / regulated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Operational reports from EMR data</a:t>
            </a:r>
            <a:br/>
            <a:r>
              <a:t>without exposing sensitive data to AI platforms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F4F9"/>
                </a:solidFill>
                <a:latin typeface="Calibri"/>
              </a:defRPr>
            </a:pPr>
            <a:r>
              <a:t>What questions do you have?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4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Get started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0F4F9"/>
                </a:solidFill>
                <a:latin typeface="Calibri"/>
              </a:defRPr>
            </a:pPr>
            <a:r>
              <a:t>getdashbud.com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0BBCE"/>
                </a:solidFill>
                <a:latin typeface="Calibri"/>
              </a:defRPr>
            </a:pPr>
            <a:r>
              <a:t>Free trial: getdashbud.com/signup</a:t>
            </a:r>
            <a:br/>
            <a:r>
              <a:t>Book a demo: calendly.com/arthur-evolytix/dashbud-demo-and-setup</a:t>
            </a:r>
            <a:br/>
            <a:r>
              <a:t>Contact: hello@mail.getdashbud.com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669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"If you've got data and you're spending too much time wrangling it into answers — that's what we built Dashbud for."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